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Inter"/>
              </a:rPr>
              <a:t>AI 협업 사례: [케이스 제목]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Inter"/>
              </a:rPr>
              <a:t>[작성자 / 부서 / 날짜]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AX Guide for Enterprise · 사내 케이스 발표 템플릿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[회사명]    ·    AX Guide for Enterprise · v0.2 / jade@linercorp.com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Inter"/>
              </a:rPr>
              <a:t>Before — 현재 일하는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AI를 도입하기 전 우리가 어떻게 일하고 있었는가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411480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</a:rPr>
              <a:t>기존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• 1단계: [구체적 행동 + 시간]
• 2단계: [구체적 행동 + 시간]
• 3단계: [구체적 행동 + 시간]
• 4단계: [구체적 행동 + 시간]
총 소요 시간: [X시간 / X일]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303520" cy="411480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</a:rPr>
              <a:t>병목 · 문제점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8463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• 시간이 가장 많이 드는 단계: [    ]
• 품질이 흔들리는 지점: [    ]
• 사람 의존도가 큰 부분: [    ]
• 반복 작업의 비중: [   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[회사명]    ·    AX Guide for Enterprise · v0.2 / jade@linercorp.com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Inter"/>
              </a:rPr>
              <a:t>도구 · 프롬프트 ·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어떤 도구·어떤 프롬프트 구조·어떤 검증 패턴을 썼는가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657600" cy="411480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</a:rPr>
              <a:t>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• 메인: [Claude / GPT / Gemini]
• 보조: [Perplexity 등]
• 라이선스: [개인/팀]
• 데이터 등급: [Lv1-4]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657600" cy="411480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</a:rPr>
              <a:t>프롬프트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• 시스템 프롬프트: [있음/없음]
• 사내 어휘집: [첨부 여부]
• 단계 분리: [몇 단계]
• Few-shot 예시: [있음/없음]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566160" cy="411480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</a:rPr>
              <a:t>검증 패턴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• 자기검증 루프 회수
• 5-Color Harness 사용?
• RGSB 게이트 통과?
• 사람 검수 시간: [   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[회사명]    ·    AX Guide for Enterprise · v0.2 / jade@linercorp.com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Inter"/>
              </a:rPr>
              <a:t>After — 바뀐 일하는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AI 도입 후 우리가 어떻게 일하게 되었는가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411480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</a:rPr>
              <a:t>변화된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• 1단계: [AI가 수행 + 시간]
• 2단계: [사람이 수행 + 시간]
• 3단계: [AI 검증]
• 4단계: [사람 최종 승인]
총 소요 시간: [X시간 / X일]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303520" cy="411480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</a:rPr>
              <a:t>품질·문화 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8463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• 품질: [9.5점 기준 만족도]
• 사람의 역할 변화: [수행자 → 검수자]
• 다른 일에 쓸 수 있게 된 시간
• 사고·오류 발생 여부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[회사명]    ·    AX Guide for Enterprise · v0.2 / jade@linercorp.com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Inter"/>
              </a:rPr>
              <a:t>시간 절감 + 다음 적용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정량 효과와 어디로 확산할지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657600" cy="201168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</a:rPr>
              <a:t>시간 절감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Inter"/>
              </a:rPr>
              <a:t>[ 60%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Before X시간 → After Y시간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657600" cy="201168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</a:rPr>
              <a:t>품질 등급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Inter"/>
              </a:rPr>
              <a:t>[ 9.5 / 10 ]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5-Color 평균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657600" cy="201168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691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</a:rPr>
              <a:t>월간 절감 인시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1945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Inter"/>
              </a:rPr>
              <a:t>[ X 인시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0175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팀 단위 환산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219456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</a:rPr>
              <a:t>확산 계획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• 1순위 적용 대상: [부서·역할]
• 필요한 사전 작업: [어휘집 / 라이선스 / 교육]
• 예상 차이: [원안과 다른 점 + 추가 검증 필요한 부분]
• 다음 발표·등록 일정: [날짜]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Inter"/>
              </a:rPr>
              <a:t>[회사명]    ·    AX Guide for Enterprise · v0.2 / jade@linercorp.com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