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</a:defRPr>
            </a:pPr>
            <a:r>
              <a:t>5가지 AX 운영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회사 규모·문화·리스크 허용도에 따라 운영 모델을 선택합니다.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83664"/>
                <a:gridCol w="1883664"/>
                <a:gridCol w="1883664"/>
                <a:gridCol w="1883664"/>
                <a:gridCol w="1883664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중앙 CoE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임베디드 챔피언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길드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분산 자율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하이브리드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별도 부서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부서마다 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공식 모임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자유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혼합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중앙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부서장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합의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개인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중앙+부서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적합 규모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1000명+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200-1000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모든 규모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&lt;200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500-2000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장점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일관성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현장성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학습 공유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속도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균형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단점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사일로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표준화 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책임 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사고 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</a:defRPr>
                      </a:pPr>
                      <a:r>
                        <a:t>복잡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t>단일 모델을 고집하지 마세요. 1년차는 임베디드 챔피언으로 시작 → 2년차에 하이브리드로 진화하는 경로가 일반적입니다.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i="1">
                <a:solidFill>
                  <a:srgbClr val="6B7280"/>
                </a:solidFill>
              </a:defRPr>
            </a:pPr>
            <a:r>
              <a:t>AX Guide for Enterprise · v0.2 / jade@linercorp.com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